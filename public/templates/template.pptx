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E3A8D0-0A85-4AE9-8E76-CC68759ED8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19328F-5DEF-4D93-826B-D4A02C1E18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213477-DA66-4380-A460-B23BB9DC21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5BEAC5-A30B-436A-9E16-E600ECE3FE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C60A16-E200-4709-B6E1-9DB4FBDFB9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E82611-ADE0-4354-9A46-803AB0937A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6DC5EA-A907-478F-AFCA-3B757228A1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58D077-DF9F-4FD6-932A-DB6DE3B8D4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41A03-298E-40B3-909A-43461078B96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3E2388-6DD9-4B89-9D45-A9774380813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CBA9CD-3834-4ED0-A9EA-C0AF032C072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060685-5041-4BC9-A32D-F7270DFB4EF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C8DCCD2-D96E-4E60-8F9F-ABE5D17846F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0" lang="en-US" sz="1200" spc="-1" strike="noStrike">
                <a:latin typeface="Arial"/>
              </a:rPr>
              <a:t>This is a dummy test file generated by ByteSmith.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2025-11-26T08:43:50Z</dcterms:created>
  <dc:creator/>
  <dc:description/>
  <dc:language>en-US</dc:language>
  <cp:lastModifiedBy/>
  <dcterms:modified xsi:type="dcterms:W3CDTF">2025-11-26T08:45:43Z</dcterms:modified>
  <cp:revision>1</cp:revision>
  <dc:subject/>
  <dc:title/>
</cp:coreProperties>
</file>